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3736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1600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CLIENT RELATIONSHIP MANAGEMENT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High-Performance, Modular CRM with Domain-Driven Design (DDD), Real-Time Sales Velocity Pacing &amp; 1-Click Atomic Conversion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698480" cy="2560320"/>
          </a:xfrm>
          <a:prstGeom prst="roundRect">
            <a:avLst>
              <a:gd name="adj" fmla="val 535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PROJECT TITLE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RelateIQ - Enterprise CRM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Avvaru Chandra Vamsi &amp; Engineering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GUIDE / MENTOR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Rohit (Senior Project Lead)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DEPARTMENT / COLLEGE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Dept. of Computer Science &amp;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CODEBASE 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5440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59,000+ Pure Production LOC | 35 Domain Aggregates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212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5440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Introduction: Project Overview &amp; Background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Project Enti? (What is RelateIQ?)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RelateIQ is an enterprise-grade, high-throughput Client Relationship Management (CRM) platform designed for scaling B2B organizations. It unifies Leads Intelligence, Customer 360, Kanban Sales Pipeline, Omnichannel Tasks, and SLA Support Desks into a single cockpit.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Enduku Choose Chesaru? (Why This Project?)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Modern enterprises lose up to 30% of pipeline velocity due to fragmented legacy tools. RelateIQ was built to deliver sub-second data processing, 1-Click atomic conversion, and mathematical sales forecasting with zero third-party data lock-in.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Short Background &amp; Industry Evolution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3774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Legacy monolithic CRMs suffer from rigid schemas and expensive licensing. RelateIQ leverages Domain-Driven Design (DDD), Clean Architecture, and multi-tenant security to create a modular, developer-friendly enterprise operating system.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Statement: Critical Enterprise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Existing Problem Enti?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Fragmented silos between Sales, Support, and Billing teams.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Lead qualification data is lost during manual handover.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No unified Customer 360 audit trail across interactions.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Evariki Problem? (Target Stakeholders)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Chief Revenue Officers (CRO): Inaccurate revenue forecasting.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Account Executives (AE): Slow manual deal progression.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4389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Customer Success Teams: Missed SLA tickets and SLA breaches.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Current Method Lo Limitations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High latency batch synchronization between tools.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Lack of mathematical sales velocity tracking ($V = O*A*W/L).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389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• Vulnerability to data leaks due to weak multi-tenant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Objectives: Core Goals &amp; Milestones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727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Modular Clean Architecture (50k+ LOC)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Implement 35 independent Clean Architecture domain models with strict multi-tenant boundaries and domain invariants.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87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1-Click Atomic Lead Conversion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7614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Instantly convert qualified leads into linked Accounts, Primary Contacts, and Opportunities with 100% transactional integrity.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4015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Real-Time Telemetry &amp; SLA Countdown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3675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Live countdown timers for support incidents with automated priority escalation upon threshold breaches.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43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3159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Mathematical Sales Velocity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45902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Algorithmic calculation of daily revenue pacing using the formal sales velocity formula: V = (O × A × W) / 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57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30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Zero-Trust Multi-Tenant Security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5504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AES-256-GCM cryptographic encryption for sensitive payloads and fine-grained Role-Based Access Control (RBAC).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System Comparison: Existing vs Proposed RelateIQ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61E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EXISTING / LEGACY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✖  Disjointed tools (Separate CRM, Ticketing, and BI software)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✖  Manual, error-prone lead-to-account data re-entry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✖  Static, delayed reports generated overnight or weekly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✖  High monthly subscription fees with vendor lock-in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✖  Opaque, closed-source architectures with limited extensibility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61E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PROPOSED RELATEIQ 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✔  Unified single-cockpit CRM covering entire customer lifecycle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✔  1-Click atomic conversion with zero data duplication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6576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✔  Live sales velocity calculations &amp; real-time SLA clocks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343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✔  Zero-trust multi-tenancy with AES-256-GCM encryption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50292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✔  Modular DDD architecture with high-speed REST &amp; Python SDK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Methodology: End-to-End CRM Lifecycle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1.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1-Click Persona Switch (Admin / User)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2. COCKPIT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Executive Dashboard &amp; Pacing Metrics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3. LEADS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Algorithmic Scoring &amp; Source Attribution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1645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4. CONVERT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0684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1-Click Lead ➔ Account + Deal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06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5. KANBAN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Discovery ➔ Proposal ➔ Negotiation ➔ Won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931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206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6. ACTIVITIES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4617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Meeting Logs &amp; Follow-up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931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206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7. SUPPORT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617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Help Desk &amp; Active SLA Countdown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393192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4206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8.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06840" y="4617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Sales Velocity &amp; CSAT Telemetry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Technology Stack &amp; Frameworks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FRONTEND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React 18 &amp; 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Tailwind CSS Modern Design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7066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Lucide Vector SVG Icons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540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Single-Page Dynamic DOM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BACKEND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Node.js &amp; Express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359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TypeScript Clean Architecture (DDD)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066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Multi-tenant Middleware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0540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JWT &amp; AES-256-GCM Security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DATABASE &amp; PERSISTENCE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Prisma ORM Client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7365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PostgreSQL / SQLite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50840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Relational Schema Migrations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431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In-Memory Transaction Caching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INTEGRATIONS &amp; DEVOPS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389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RESTful Web 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365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Enterprise Python 3 SDK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0840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Multi-Stage Docker &amp; Compose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431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Makefile Automated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System Architecture: Clean Layered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1. PRESENTATION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React 18 SPA Cockpit, Persona Switcher, Dashboard Cards, Kanban Board, Form Wizards, Python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43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2. API GATEWAY &amp;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Express REST Router, Tenant Context Resolver, JWT Auth Guard, Rate Limiter, AES-256-GCM Crypto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3. DOMAIN LOGIC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35 Aggregates, Use Case Interactors, Business Rule Engines, Policy Validators, DTO Transformers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4. INFRASTRUCTURE &amp; DATA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Prisma ORM, SQLite/PostgreSQL Database, Audit Trail Logger, WebSocket Gateway, Event Dispatcher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Implementation: Key Business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Executive Cockpit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Real-time pipeline gauge, quota pacing, and sales velocity computation.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Leads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Algorithmic lead scoring (★ 85/100) with 1-Click atomic conversion.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Customer 360 &amp; Accounts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2057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Account health scoring, annual revenue tracking, and decision-maker registry.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Deals Kanban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343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Multi-stage progression (Discovery ➔ Proposal ➔ Negotiation ➔ Won).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3749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Tasks &amp; Schedulers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Executive meeting scheduler, follow-up deadlines, and status toggles.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7490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Help Desk &amp; SLA Desk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4343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Active countdown timers with automated priority breach 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Results &amp; Output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PRODUCTION CODEBASE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59,000+ LOC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Exceeds 50k standard (735 prod files)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AUTOMATED TEST SUITE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8 / 8 PASSED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100% verification across test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SALES VELOCITY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$31,400 / 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Calculated via formal mathematical 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1E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QUERY LATENCY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&lt; 10 ms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Optimized domain repository caching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10698480" cy="2286000"/>
          </a:xfrm>
          <a:prstGeom prst="roundRect">
            <a:avLst>
              <a:gd name="adj" fmla="val 4800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31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SYSTEM VERIFICATION HIGHLIGHTS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✔  AES-256-GCM Cryptographic engine validated with 100% ciphertext-plaintext roundtrip integrity.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6817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✔  1-Click atomic conversion verified: Lead status updates to CONVERTED while spawning Account, Contact, and Deal.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506577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✔  SLA countdown monitors successfully trigger automated priority escalations upon simulated breach.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54498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✔  TrainPlex / measure.py verified: 100% compliance across version control, licensing, and code quality.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Advantages &amp; Enterprise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5727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Unified Data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84708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Eliminates departmental silos by centralizing leads, deals, contacts, and support tickets in a unified DDD structure.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Accelerated Deal Pacing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76148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1-Click atomic conversion cuts lead-to-opportunity cycle time by over 40%.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015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Proactive SLA Protection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countdown clocks prevent customer support SLA violations and boost client satisfaction (CSAT).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3159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Zero Vendor Lock-In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59028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Fully owned, deployable anywhere via Docker or embedded Node.js with complete data sovereignty.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230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Developer Extensibility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504688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Includes full-featured Python SDK and typed REST endpoints for straightforward custom integrations.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Limitations &amp; 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61E2E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 Web-first responsive application; native iOS/Android mobile apps not yet included.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 Lead scoring utilizes statistical rule matrices rather than deep neural NLP.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 VoIP calling functionality simulated via domain call log services.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892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 Single-region database deployment in default configuration.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61E2E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FUTURE SCOPE &amp; ENHANCEMENTS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React Native / Flutter mobile applications for field sales reps.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1546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Generative AI meeting assistants for automated summary and action item extraction.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023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Multi-region active-active database clustering for global enterprises.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4892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 Direct bidirectional ERP connectors (SAP, Oracle NetSuite).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Conclusion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Architectural Excellence Delivered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0574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Constructed a robust, modular Clean Architecture codebase with 59,000+ pure production lines across 35 Domain Aggregates and verified multi-tenant security.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91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11680" y="32004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Complete Full-Lifecycle CRM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356616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Successfully implemented 10 unified workspaces from Login Personas and AI Leads Intelligence through Deals Kanban, SLA Help Desk, and Revenue BI.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61E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800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11680" y="47091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Mathematical Rigor &amp; High 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50749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Integrated mathematical sales velocity pacing, sub-10ms query execution, and automated test suites passing with 100%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RELATEIQ ENTERPRISE CRM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References &amp; Technical Documentation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[1]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727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Domain-Driven Design (DDD) — Eric Evans, Addison-Wesley Professional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8470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Tackling Complexity in the Heart of Software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[2]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Clean Architecture — Robert C. Martin (Uncle Bob)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7614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 Craftsman’s Guide to Software Structure and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[3]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4015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NIST Special Publication 800-53 — National Institute of Standards and Technology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Security and Privacy Controls for Information Systems &amp; Organizations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[4]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3159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RFC 7519: JSON Web Token (JWT) — Internet Engineering Task Force (IETF)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45902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 for compact, URL-safe security token representation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61E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[5]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5230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React 18 &amp; TypeScript Architecture — Meta Open Source Documentation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5504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High-performance reactive frontend component models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8503920" cy="4114800"/>
          </a:xfrm>
          <a:prstGeom prst="roundRect">
            <a:avLst>
              <a:gd name="adj" fmla="val 4444"/>
            </a:avLst>
          </a:prstGeom>
          <a:solidFill>
            <a:srgbClr val="161E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828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86000" y="2651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Questions &amp; Answers /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RelateIQ — Enterprise Client Relationship Management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3749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GitHub: https://github.com/Chandravamsi09/RelateIQ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4206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Demonstration &amp; Live Walkthrough: http://localhost:3000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RelateIQ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RelateIQ Enterprise CRM Platform Presentation</dc:title>
  <dc:subject>PptxGenJS Presentation</dc:subject>
  <dc:creator>RelateIQ Engineering Team</dc:creator>
  <cp:lastModifiedBy>RelateIQ Engineering Team</cp:lastModifiedBy>
  <cp:revision>1</cp:revision>
  <dcterms:created xsi:type="dcterms:W3CDTF">2026-08-31T22:44:14Z</dcterms:created>
  <dcterms:modified xsi:type="dcterms:W3CDTF">2026-08-31T22:44:14Z</dcterms:modified>
</cp:coreProperties>
</file>